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embeddedFontLst>
    <p:embeddedFont>
      <p:font typeface="League Spartan" pitchFamily="50" charset="0"/>
      <p:regular r:id="rId6"/>
      <p:bold r:id="rId7"/>
    </p:embeddedFon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g+DWnBWDMNpcYYLhBfPdZE3i82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2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customschemas.google.com/relationships/presentationmetadata" Target="meta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691753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b5691753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7FF7D51-CD27-AC4F-8ED5-1FAE9DE0684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12025" y="-3000"/>
            <a:chExt cx="12192000" cy="6858000"/>
          </a:xfrm>
        </p:grpSpPr>
        <p:sp>
          <p:nvSpPr>
            <p:cNvPr id="88" name="Google Shape;88;p1"/>
            <p:cNvSpPr/>
            <p:nvPr/>
          </p:nvSpPr>
          <p:spPr>
            <a:xfrm>
              <a:off x="12025" y="-300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1"/>
            <p:cNvGrpSpPr/>
            <p:nvPr/>
          </p:nvGrpSpPr>
          <p:grpSpPr>
            <a:xfrm>
              <a:off x="1204510" y="2380761"/>
              <a:ext cx="10065266" cy="1862400"/>
              <a:chOff x="1603231" y="2332915"/>
              <a:chExt cx="10065266" cy="1862400"/>
            </a:xfrm>
            <a:solidFill>
              <a:schemeClr val="bg1"/>
            </a:solidFill>
          </p:grpSpPr>
          <p:pic>
            <p:nvPicPr>
              <p:cNvPr id="86" name="Google Shape;86;p1" descr="A black background with a black square&#10;&#10;AI-generated content may be incorrect.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603231" y="2418813"/>
                <a:ext cx="1584344" cy="1584344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87" name="Google Shape;87;p1"/>
              <p:cNvSpPr txBox="1"/>
              <p:nvPr/>
            </p:nvSpPr>
            <p:spPr>
              <a:xfrm>
                <a:off x="3298797" y="2332915"/>
                <a:ext cx="8369700" cy="18624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0" b="1" i="0" u="none" strike="noStrike" cap="none" dirty="0">
                    <a:solidFill>
                      <a:schemeClr val="dk1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VERSOTECH</a:t>
                </a:r>
                <a:endParaRPr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E95D0D-A8CC-D388-E46E-200D24C663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2485" y="2469659"/>
            <a:ext cx="1584344" cy="1584344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5" name="Google Shape;87;p1">
            <a:extLst>
              <a:ext uri="{FF2B5EF4-FFF2-40B4-BE49-F238E27FC236}">
                <a16:creationId xmlns:a16="http://schemas.microsoft.com/office/drawing/2014/main" id="{B4F7AD96-05A7-6A4C-57C7-889BCF905C2C}"/>
              </a:ext>
            </a:extLst>
          </p:cNvPr>
          <p:cNvSpPr txBox="1"/>
          <p:nvPr/>
        </p:nvSpPr>
        <p:spPr>
          <a:xfrm>
            <a:off x="2888051" y="2383761"/>
            <a:ext cx="8369700" cy="186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i="0" u="none" strike="noStrike" cap="none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VERSOTECH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51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g3b569175356_0_0"/>
          <p:cNvGrpSpPr/>
          <p:nvPr/>
        </p:nvGrpSpPr>
        <p:grpSpPr>
          <a:xfrm>
            <a:off x="1204510" y="2380761"/>
            <a:ext cx="10065266" cy="1862400"/>
            <a:chOff x="1603231" y="2332915"/>
            <a:chExt cx="10065266" cy="1862400"/>
          </a:xfrm>
        </p:grpSpPr>
        <p:pic>
          <p:nvPicPr>
            <p:cNvPr id="94" name="Google Shape;94;g3b569175356_0_0" descr="A black background with a black square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03231" y="2418813"/>
              <a:ext cx="1584344" cy="15843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g3b569175356_0_0"/>
            <p:cNvSpPr txBox="1"/>
            <p:nvPr/>
          </p:nvSpPr>
          <p:spPr>
            <a:xfrm>
              <a:off x="3298797" y="2332915"/>
              <a:ext cx="8369700" cy="18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0" b="1" i="0" u="none" strike="noStrike" cap="none">
                  <a:solidFill>
                    <a:schemeClr val="dk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VERSOTECH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League Spartan</vt:lpstr>
      <vt:lpstr>Arial</vt:lpstr>
      <vt:lpstr>Play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Julien Machot</dc:creator>
  <cp:lastModifiedBy>Fred D</cp:lastModifiedBy>
  <cp:revision>2</cp:revision>
  <dcterms:created xsi:type="dcterms:W3CDTF">2025-12-15T05:29:17Z</dcterms:created>
  <dcterms:modified xsi:type="dcterms:W3CDTF">2026-02-06T18:28:24Z</dcterms:modified>
</cp:coreProperties>
</file>